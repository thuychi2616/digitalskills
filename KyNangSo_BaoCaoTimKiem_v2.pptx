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80683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293808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2253521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516262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810421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220120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0216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5638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72403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439375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024740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92847321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565262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75902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32425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6448129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133439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619594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26278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931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27067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36493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507487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656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1640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560876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5947313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438637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3605758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45810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00092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395315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162359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0422698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6576050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6566718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1541815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731059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6944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633990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5901957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04593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42327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2073214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666233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22938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476818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1249452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4070443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7180416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542614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88013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830332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84257370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9669604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670235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122092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75661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3918990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97574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1272835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22386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08463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9162975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29664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3877922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87158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77693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407220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0239169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8640994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0251053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77974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r</a:t>
            </a:r>
            <a:endParaRPr lang="en-US"/>
          </a:p>
        </p:txBody>
      </p:sp>
      <p:sp>
        <p:nvSpPr>
          <p:cNvPr id="401606698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2026-10-10T05:07:25Z</dcterms:modified>
</cp:coreProperties>
</file>